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howGuides="1">
      <p:cViewPr>
        <p:scale>
          <a:sx n="117" d="100"/>
          <a:sy n="117" d="100"/>
        </p:scale>
        <p:origin x="-936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D1007-D388-C8BA-BE7B-23A3D095B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4058A8-6780-B6AD-CD35-CD0CAFA9FB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155E0-6510-8066-D93C-4A7B565EA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E9F18-CFCD-8246-A74A-1265F8A92ED6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FED1F-217E-F97F-AEDF-E8FA08731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6A02B-CE50-A4AB-8CBC-C300D2D00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56ED-CF60-954E-A803-1A82903F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61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D3878-D00F-7E4D-9B53-A741AD12F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7085B-DB1F-9F37-AC23-BB8CB1993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262CF-009D-F081-093E-F75EA4AC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E9F18-CFCD-8246-A74A-1265F8A92ED6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FBBD1-032A-4378-26F6-131374517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9CB31-54F3-E968-D29B-1CD7E9EAA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56ED-CF60-954E-A803-1A82903F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9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D6AAA-FCFD-1B9B-75BC-E282E6B0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9A386-7CA1-8BF9-841C-A20A50F0C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F94B9-BF7B-49D6-4D53-2640BD3EB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E9F18-CFCD-8246-A74A-1265F8A92ED6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9B1A2-F6D6-BF58-223B-7A706E952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FA893-5E14-9A33-7C21-ACF7F1768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56ED-CF60-954E-A803-1A82903F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474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D54B1-B384-2F1D-568F-303BAAF39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097A8-F3E9-9961-983C-B8A301E9BD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8966D1-5E94-98CE-83C5-B5F25D2D1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2CD2E-5085-E141-D8DF-9160BEC53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E9F18-CFCD-8246-A74A-1265F8A92ED6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3BAAF5-682B-C2CC-2FE6-8FB36C944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8D6A1-3AC3-FE74-4049-4B6E5C53D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56ED-CF60-954E-A803-1A82903F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30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98209-8BCC-C4D7-265C-A94E03406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0C051-09AC-0EF7-CA78-751C8D208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BA9BE7-8FD5-A469-3372-54173869F7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3483C8-FB10-5ACF-9309-E1D4C548CA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80A4A4-7491-4C51-F62F-B6E7F40E38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5D1DCC-012B-D4C6-451F-EB51B9E30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E9F18-CFCD-8246-A74A-1265F8A92ED6}" type="datetimeFigureOut">
              <a:rPr lang="en-US" smtClean="0"/>
              <a:t>2/6/26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7BD638-3F99-57A3-BBE1-14CE945B3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483D96-110F-6BAF-3F2A-1DAEE8C89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56ED-CF60-954E-A803-1A82903F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365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9A80C-24F6-97ED-DCCE-911C85CBB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D4FA0A-EFC9-3A36-B1D4-F5F2AC5DB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E9F18-CFCD-8246-A74A-1265F8A92ED6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B008D-6F1C-46D6-7B61-070DEE377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43CCBB-B9F5-FBB4-7994-1C7F67456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56ED-CF60-954E-A803-1A82903F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857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1C8241-3320-B4A5-3739-C934E760C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E9F18-CFCD-8246-A74A-1265F8A92ED6}" type="datetimeFigureOut">
              <a:rPr lang="en-US" smtClean="0"/>
              <a:t>2/6/26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A4E37C-ED6A-C98F-2BF9-79F29B908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B93CF-54F8-4AFC-E2F4-E39A39DA2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56ED-CF60-954E-A803-1A82903F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61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8633-E761-DD66-8CEC-7574BF5FC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2F286-C0F8-FC4D-A6A3-3125CAB0B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7E3EF-4788-EEDD-7E0E-A3CCCD162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37306-D590-CD37-479E-ECD620689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E9F18-CFCD-8246-A74A-1265F8A92ED6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097691-C641-E59C-FA27-49EFAE48A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B42C8-2E57-B560-BA66-7252098CD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56ED-CF60-954E-A803-1A82903F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98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6FC9B-776D-1846-A1B6-53FA5291E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F46842-A71B-0247-A3B2-74775294A5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DB35BC-7255-96D9-8A08-95E876AA9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A3763-76E0-7669-CE28-A6657A6B3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E9F18-CFCD-8246-A74A-1265F8A92ED6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553FA-58FC-7C71-CEB2-03E6507F2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666FB7-28A2-BA09-9BAC-79497BEA2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56ED-CF60-954E-A803-1A82903F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74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11001-0C67-C396-9B5C-754ED410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0CB99-ACDE-1D2D-1394-24B440BB7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E45D2-306C-3D18-B2DC-218073109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E9F18-CFCD-8246-A74A-1265F8A92ED6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CC2F5-DB12-274F-853F-E25FAF327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3CF97-2214-F4C0-8C66-69600996D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56ED-CF60-954E-A803-1A82903F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705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CE754-FBC4-6B8F-8D58-013BE0433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9A74C-CC2A-61CB-6060-6B873E2EB9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C5B08-19DD-1FA2-B54A-0C7FC2638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E9F18-CFCD-8246-A74A-1265F8A92ED6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6160D-DC37-ABD7-9624-820F74372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27743-FFAD-97CF-1384-C6D1CAC2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756ED-CF60-954E-A803-1A82903F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20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185B5A-92F6-B27B-E1BE-21CCDA5D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4AB63-7755-53BA-F36C-09A879654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C8ABA-C915-9DE3-1FC7-87C8901BC5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4E9F18-CFCD-8246-A74A-1265F8A92ED6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7D56B-C12A-863D-DCD7-4E54CD4F0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78D80-F08B-518D-CFD9-E04D406DF4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4756ED-CF60-954E-A803-1A82903F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946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ottle of alcohol on a table&#10;&#10;AI-generated content may be incorrect.">
            <a:extLst>
              <a:ext uri="{FF2B5EF4-FFF2-40B4-BE49-F238E27FC236}">
                <a16:creationId xmlns:a16="http://schemas.microsoft.com/office/drawing/2014/main" id="{61288E13-AD05-64C4-2433-C92895BAF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7000" y="857250"/>
            <a:ext cx="6858000" cy="5143500"/>
          </a:xfrm>
          <a:prstGeom prst="rect">
            <a:avLst/>
          </a:prstGeom>
        </p:spPr>
      </p:pic>
      <p:sp>
        <p:nvSpPr>
          <p:cNvPr id="8" name="Left-Right Arrow 7">
            <a:extLst>
              <a:ext uri="{FF2B5EF4-FFF2-40B4-BE49-F238E27FC236}">
                <a16:creationId xmlns:a16="http://schemas.microsoft.com/office/drawing/2014/main" id="{5270BA10-2818-F4E7-C4D0-0CB5726A33AA}"/>
              </a:ext>
            </a:extLst>
          </p:cNvPr>
          <p:cNvSpPr/>
          <p:nvPr/>
        </p:nvSpPr>
        <p:spPr>
          <a:xfrm>
            <a:off x="5774267" y="997858"/>
            <a:ext cx="694266" cy="18868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-Right Arrow 8">
            <a:extLst>
              <a:ext uri="{FF2B5EF4-FFF2-40B4-BE49-F238E27FC236}">
                <a16:creationId xmlns:a16="http://schemas.microsoft.com/office/drawing/2014/main" id="{AE91891C-D757-792A-4029-4CE0C35BA9A4}"/>
              </a:ext>
            </a:extLst>
          </p:cNvPr>
          <p:cNvSpPr/>
          <p:nvPr/>
        </p:nvSpPr>
        <p:spPr>
          <a:xfrm rot="5400000">
            <a:off x="5084232" y="1988821"/>
            <a:ext cx="1667935" cy="28786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1B4262-BDC1-4CFC-F7FF-F7A86905AE4D}"/>
              </a:ext>
            </a:extLst>
          </p:cNvPr>
          <p:cNvSpPr txBox="1"/>
          <p:nvPr/>
        </p:nvSpPr>
        <p:spPr>
          <a:xfrm>
            <a:off x="6468533" y="297934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Diameter of Neck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9EC845-40F8-4958-C95D-78C4871B6A07}"/>
              </a:ext>
            </a:extLst>
          </p:cNvPr>
          <p:cNvSpPr txBox="1"/>
          <p:nvPr/>
        </p:nvSpPr>
        <p:spPr>
          <a:xfrm>
            <a:off x="3524250" y="1440936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Length of Neck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625240-A403-191F-3E1E-BFE833D8BB33}"/>
              </a:ext>
            </a:extLst>
          </p:cNvPr>
          <p:cNvSpPr txBox="1"/>
          <p:nvPr/>
        </p:nvSpPr>
        <p:spPr>
          <a:xfrm>
            <a:off x="6802966" y="2132754"/>
            <a:ext cx="1722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Volume Below Neck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F6CCE95-173A-A0E9-F462-3C91B47E281B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6468533" y="667266"/>
            <a:ext cx="1028700" cy="2979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B12434-1482-2344-426F-F75A142CB13D}"/>
              </a:ext>
            </a:extLst>
          </p:cNvPr>
          <p:cNvCxnSpPr>
            <a:cxnSpLocks/>
          </p:cNvCxnSpPr>
          <p:nvPr/>
        </p:nvCxnSpPr>
        <p:spPr>
          <a:xfrm>
            <a:off x="4552950" y="1810268"/>
            <a:ext cx="1230842" cy="322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0FC0CF7-19A1-52B6-4AD8-1351EDB65DFE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7141029" y="2779085"/>
            <a:ext cx="523421" cy="5084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192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nvirjee@student.ubc.ca</dc:creator>
  <cp:lastModifiedBy>nvirjee@student.ubc.ca</cp:lastModifiedBy>
  <cp:revision>1</cp:revision>
  <dcterms:created xsi:type="dcterms:W3CDTF">2026-02-07T00:48:15Z</dcterms:created>
  <dcterms:modified xsi:type="dcterms:W3CDTF">2026-02-07T00:56:04Z</dcterms:modified>
</cp:coreProperties>
</file>